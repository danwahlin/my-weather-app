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Capability Snapshot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Capability score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UX</c:v>
                  </c:pt>
                  <c:pt idx="1">
                    <c:v>Resilience</c:v>
                  </c:pt>
                  <c:pt idx="2">
                    <c:v>Performance</c:v>
                  </c:pt>
                  <c:pt idx="3">
                    <c:v>Code Quality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88</c:v>
                </c:pt>
                <c:pt idx="2">
                  <c:v>86</c:v>
                </c:pt>
                <c:pt idx="3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Pillars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0" y="-1777901"/>
            <a:ext cx="4572000" cy="4572000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149" y="3492550"/>
            <a:ext cx="3301901" cy="3301901"/>
          </a:xfrm>
          <a:prstGeom prst="roundRect">
            <a:avLst>
              <a:gd name="adj" fmla="val 11539"/>
            </a:avLst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482501"/>
            <a:ext cx="60882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SHOWCASE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789682"/>
            <a:ext cx="608827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WeatherView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58701" y="1543348"/>
            <a:ext cx="6088279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A5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5-day forecast app focused on UX, resilience, and speed.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52382" y="685800"/>
            <a:ext cx="1331268" cy="374303"/>
          </a:xfrm>
          <a:prstGeom prst="roundRect">
            <a:avLst>
              <a:gd name="adj" fmla="val 3389580"/>
            </a:avLst>
          </a:prstGeom>
          <a:solidFill>
            <a:srgbClr val="083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30083" y="787301"/>
            <a:ext cx="99538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75711" y="1219200"/>
            <a:ext cx="1607939" cy="374303"/>
          </a:xfrm>
          <a:prstGeom prst="roundRect">
            <a:avLst>
              <a:gd name="adj" fmla="val 3389580"/>
            </a:avLst>
          </a:prstGeom>
          <a:solidFill>
            <a:srgbClr val="3F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53411" y="1320701"/>
            <a:ext cx="127758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E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+ Modules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60096" y="1752600"/>
            <a:ext cx="1523554" cy="374303"/>
          </a:xfrm>
          <a:prstGeom prst="roundRect">
            <a:avLst>
              <a:gd name="adj" fmla="val 338958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37797" y="1854101"/>
            <a:ext cx="11915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cache + tests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611981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module boundaries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58701" y="1244501"/>
            <a:ext cx="2539901" cy="2743200"/>
          </a:xfrm>
          <a:prstGeom prst="roundRect">
            <a:avLst>
              <a:gd name="adj" fmla="val 6000"/>
            </a:avLst>
          </a:prstGeom>
          <a:solidFill>
            <a:srgbClr val="172554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5927" y="1431727"/>
            <a:ext cx="2208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4527" y="1771352"/>
            <a:ext cx="1936849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styles.css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render/state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01901" y="1244501"/>
            <a:ext cx="2539901" cy="2743200"/>
          </a:xfrm>
          <a:prstGeom prst="roundRect">
            <a:avLst>
              <a:gd name="adj" fmla="val 6000"/>
            </a:avLst>
          </a:prstGeom>
          <a:solidFill>
            <a:srgbClr val="172038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89127" y="1431727"/>
            <a:ext cx="2208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+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7727" y="1771352"/>
            <a:ext cx="1936849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weather-api.js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forecast adapters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45101" y="1244501"/>
            <a:ext cx="2539901" cy="2743200"/>
          </a:xfrm>
          <a:prstGeom prst="roundRect">
            <a:avLst>
              <a:gd name="adj" fmla="val 6000"/>
            </a:avLst>
          </a:prstGeom>
          <a:solidFill>
            <a:srgbClr val="1A2040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32327" y="1431727"/>
            <a:ext cx="2208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+ Quality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0927" y="1771352"/>
            <a:ext cx="1936849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preferences.js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weather-maps.js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node:test suite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0901" y="2539901"/>
            <a:ext cx="660350" cy="30361"/>
          </a:xfrm>
          <a:prstGeom prst="roundRect">
            <a:avLst>
              <a:gd name="adj" fmla="val 4141168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64101" y="2539901"/>
            <a:ext cx="660350" cy="30361"/>
          </a:xfrm>
          <a:prstGeom prst="roundRect">
            <a:avLst>
              <a:gd name="adj" fmla="val 4141168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30101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637282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location to forecast in four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44501" y="2438400"/>
            <a:ext cx="6629400" cy="30361"/>
          </a:xfrm>
          <a:prstGeom prst="roundRect">
            <a:avLst>
              <a:gd name="adj" fmla="val 4141168"/>
            </a:avLst>
          </a:prstGeom>
          <a:solidFill>
            <a:srgbClr val="155E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3051" y="17779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164E63"/>
          </a:solidFill>
          <a:ln w="19050">
            <a:solidFill>
              <a:srgbClr val="67E8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4795" y="1930301"/>
            <a:ext cx="144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C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1937" y="2552551"/>
            <a:ext cx="17099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03500" y="17779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164E63"/>
          </a:solidFill>
          <a:ln w="19050">
            <a:solidFill>
              <a:srgbClr val="67E8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55245" y="1930301"/>
            <a:ext cx="144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C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72386" y="2552551"/>
            <a:ext cx="17099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city or coords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3950" y="17779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164E63"/>
          </a:solidFill>
          <a:ln w="19050">
            <a:solidFill>
              <a:srgbClr val="67E8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85694" y="1930301"/>
            <a:ext cx="144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C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02836" y="2552551"/>
            <a:ext cx="170992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+ normalize API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64251" y="1777901"/>
            <a:ext cx="647700" cy="647700"/>
          </a:xfrm>
          <a:prstGeom prst="roundRect">
            <a:avLst>
              <a:gd name="adj" fmla="val 141176"/>
            </a:avLst>
          </a:prstGeom>
          <a:solidFill>
            <a:srgbClr val="164E63"/>
          </a:solidFill>
          <a:ln w="19050">
            <a:solidFill>
              <a:srgbClr val="67E8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15995" y="1930301"/>
            <a:ext cx="144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C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3137" y="2552551"/>
            <a:ext cx="170992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cards + cache result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611981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user capabilities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7301" y="1422202"/>
            <a:ext cx="2946350" cy="9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geolocation with fallback logic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and theme persistence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path + typed API errors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localStorage forecast cache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987701" y="1244501"/>
          <a:ext cx="4616351" cy="2965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611981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Error-aware data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58701" y="1396901"/>
            <a:ext cx="1695450" cy="1187351"/>
          </a:xfrm>
          <a:prstGeom prst="roundRect">
            <a:avLst>
              <a:gd name="adj" fmla="val 10696"/>
            </a:avLst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1462" y="1584127"/>
            <a:ext cx="170992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34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51462" y="2130177"/>
            <a:ext cx="170992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WEATHERAPIERROR CODES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2717750"/>
            <a:ext cx="1695450" cy="1187351"/>
          </a:xfrm>
          <a:prstGeom prst="roundRect">
            <a:avLst>
              <a:gd name="adj" fmla="val 10696"/>
            </a:avLst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1462" y="2904976"/>
            <a:ext cx="170992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34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51462" y="3451027"/>
            <a:ext cx="170992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PAYLOAD CHECKS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20214" y="1331976"/>
          <a:ext cx="5929122" cy="2739848"/>
        </p:xfrm>
        <a:graphic>
          <a:graphicData uri="http://schemas.openxmlformats.org/drawingml/2006/table">
            <a:tbl>
              <a:tblPr/>
              <a:tblGrid>
                <a:gridCol w="1778737"/>
                <a:gridCol w="415038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code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Handling behavior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INVALID_CITY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Prompts user for a valid city name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CITY_NOT_FOUND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Shows actionable city-not-found message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NETWORK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Surfaces network issue and enables retry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HTTP / PARSE / INVALID_PAYLOAD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Prevents malformed forecast rendering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611981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Purpose-driven file organization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46150"/>
            <a:ext cx="2286000" cy="1346150"/>
          </a:xfrm>
          <a:prstGeom prst="roundRect">
            <a:avLst>
              <a:gd name="adj" fmla="val 11321"/>
            </a:avLst>
          </a:prstGeom>
          <a:solidFill>
            <a:srgbClr val="0B1224"/>
          </a:solidFill>
          <a:ln w="19050">
            <a:solidFill>
              <a:srgbClr val="22D3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800" y="1492151"/>
            <a:ext cx="2033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1800" y="1831777"/>
            <a:ext cx="203387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machine, events, rendering, retry, cache.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01901" y="1346150"/>
            <a:ext cx="2286000" cy="1346150"/>
          </a:xfrm>
          <a:prstGeom prst="roundRect">
            <a:avLst>
              <a:gd name="adj" fmla="val 11321"/>
            </a:avLst>
          </a:prstGeom>
          <a:solidFill>
            <a:srgbClr val="0B1224"/>
          </a:solidFill>
          <a:ln w="19050">
            <a:solidFill>
              <a:srgbClr val="67E8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7901" y="1492151"/>
            <a:ext cx="2033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weather-api.js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47901" y="1831777"/>
            <a:ext cx="203387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URL, fetch orchestration, normalization.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8150" y="1346150"/>
            <a:ext cx="2286000" cy="1346150"/>
          </a:xfrm>
          <a:prstGeom prst="roundRect">
            <a:avLst>
              <a:gd name="adj" fmla="val 11321"/>
            </a:avLst>
          </a:prstGeom>
          <a:solidFill>
            <a:srgbClr val="0B1224"/>
          </a:solidFill>
          <a:ln w="19050">
            <a:solidFill>
              <a:srgbClr val="FDA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64151" y="1492151"/>
            <a:ext cx="2033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tests/weather.spec.js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64151" y="1831777"/>
            <a:ext cx="203387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checks for URL, mapping, payload guardrails.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81200" y="2920901"/>
            <a:ext cx="2286000" cy="1295400"/>
          </a:xfrm>
          <a:prstGeom prst="roundRect">
            <a:avLst>
              <a:gd name="adj" fmla="val 11765"/>
            </a:avLst>
          </a:prstGeom>
          <a:solidFill>
            <a:srgbClr val="0B1224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27200" y="3066901"/>
            <a:ext cx="2033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preferences.js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27200" y="3406527"/>
            <a:ext cx="203387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+ unit lifecycle helpers.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2750" y="2920901"/>
            <a:ext cx="2286000" cy="1295400"/>
          </a:xfrm>
          <a:prstGeom prst="roundRect">
            <a:avLst>
              <a:gd name="adj" fmla="val 11765"/>
            </a:avLst>
          </a:prstGeom>
          <a:solidFill>
            <a:srgbClr val="0B1224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8751" y="3066901"/>
            <a:ext cx="2033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weather-maps.js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68751" y="3406527"/>
            <a:ext cx="203387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→ icon/label translation table.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524000" y="3365450"/>
            <a:ext cx="3810000" cy="38100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660350"/>
            <a:ext cx="80313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967532"/>
            <a:ext cx="8031379" cy="493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iteration and deployment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38175" y="4121944"/>
            <a:ext cx="0" cy="564356"/>
          </a:xfrm>
          <a:prstGeom prst="line">
            <a:avLst/>
          </a:prstGeom>
          <a:noFill/>
          <a:ln w="5715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451" y="4121944"/>
            <a:ext cx="78437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github.com/DanWahlin/my-weather-app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4451" y="4480620"/>
            <a:ext cx="784374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WeatherView combines product-ready UI patterns with testable weather-domain logic.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WeatherView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WeatherView Project Overview</dc:title>
  <dc:subject>Project overview</dc:subject>
  <dc:creator>Dan Wahlin</dc:creator>
  <cp:lastModifiedBy>Dan Wahlin</cp:lastModifiedBy>
  <cp:revision>1</cp:revision>
  <dcterms:created xsi:type="dcterms:W3CDTF">2026-07-23T18:39:52Z</dcterms:created>
  <dcterms:modified xsi:type="dcterms:W3CDTF">2026-07-23T18:39:52Z</dcterms:modified>
</cp:coreProperties>
</file>